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72" r:id="rId6"/>
    <p:sldId id="267" r:id="rId7"/>
    <p:sldId id="266" r:id="rId8"/>
    <p:sldId id="27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58" y="9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3CB6A-D340-4B7D-9EA6-DE55B391A3A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2EA26-0802-45F9-BC5A-D72CFAFA6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7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2EA26-0802-45F9-BC5A-D72CFAFA6E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58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18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2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39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47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0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8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03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52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12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396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14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62CA7EB-2D7E-48E0-8121-AA6221FF3A9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0D98CD0-A7A8-403F-AC10-A3ACD43B7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85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F5AB5EE-C7CE-61AA-89B7-50DB6BC7BF9A}"/>
              </a:ext>
            </a:extLst>
          </p:cNvPr>
          <p:cNvSpPr txBox="1">
            <a:spLocks/>
          </p:cNvSpPr>
          <p:nvPr/>
        </p:nvSpPr>
        <p:spPr>
          <a:xfrm>
            <a:off x="1524000" y="486235"/>
            <a:ext cx="9144000" cy="109654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29AE910-8415-84DA-CD43-94B677821573}"/>
              </a:ext>
            </a:extLst>
          </p:cNvPr>
          <p:cNvSpPr txBox="1">
            <a:spLocks/>
          </p:cNvSpPr>
          <p:nvPr/>
        </p:nvSpPr>
        <p:spPr>
          <a:xfrm>
            <a:off x="1524000" y="2464934"/>
            <a:ext cx="9144000" cy="76944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Big Data Processing Using PySpark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80A95E0-7C8E-38AA-D575-73031C56E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522" y="65801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2ADC8A0B-A4C1-9CCD-D64B-B08ABA92C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0A60F46D-77DD-2E88-5AC9-0E7210E954EC}"/>
              </a:ext>
            </a:extLst>
          </p:cNvPr>
          <p:cNvSpPr txBox="1">
            <a:spLocks/>
          </p:cNvSpPr>
          <p:nvPr/>
        </p:nvSpPr>
        <p:spPr>
          <a:xfrm>
            <a:off x="5840086" y="4756607"/>
            <a:ext cx="5870960" cy="1114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Vempati Murale Karrtik(192312567)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DB4A1-58C9-0475-CFD9-91162BF1D63B}"/>
              </a:ext>
            </a:extLst>
          </p:cNvPr>
          <p:cNvSpPr txBox="1"/>
          <p:nvPr/>
        </p:nvSpPr>
        <p:spPr>
          <a:xfrm>
            <a:off x="1175657" y="4756607"/>
            <a:ext cx="3461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Nagarajan Babu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637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55FEF-1C27-4D1D-9CA4-7538F60A139D}"/>
              </a:ext>
            </a:extLst>
          </p:cNvPr>
          <p:cNvSpPr txBox="1"/>
          <p:nvPr/>
        </p:nvSpPr>
        <p:spPr>
          <a:xfrm>
            <a:off x="1110342" y="1546669"/>
            <a:ext cx="10232572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Big Data Processing?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contains large and complex datasets.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may struggle to process data quickly.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provides fast distributed data processing.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Spark to be used with Python.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can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data and support intelligent decisions.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flow: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Big Data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Processing → AI Analysis →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6D6C2-B0DB-B701-2F05-6149F6BBE36C}"/>
              </a:ext>
            </a:extLst>
          </p:cNvPr>
          <p:cNvSpPr txBox="1"/>
          <p:nvPr/>
        </p:nvSpPr>
        <p:spPr>
          <a:xfrm>
            <a:off x="2405743" y="477822"/>
            <a:ext cx="72934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FFB5D9E-F398-29CF-3B04-D77A17DA6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722" y="405521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6A0DB9A5-B574-8C0D-3CDA-E00CDC97A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48" y="403322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61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2B2D54-E505-7C27-9BA3-3E1DC51D09F4}"/>
              </a:ext>
            </a:extLst>
          </p:cNvPr>
          <p:cNvSpPr txBox="1"/>
          <p:nvPr/>
        </p:nvSpPr>
        <p:spPr>
          <a:xfrm>
            <a:off x="2449286" y="701342"/>
            <a:ext cx="72934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PySpark and RDD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99C1150-7A33-9E80-D3EA-2CEF03CAF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722" y="405521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06DCA7A1-2FE2-37D7-F32D-3E5C0C83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48" y="403322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EAD1D8-AA67-B6B4-1D57-1D2569340D24}"/>
              </a:ext>
            </a:extLst>
          </p:cNvPr>
          <p:cNvSpPr txBox="1"/>
          <p:nvPr/>
        </p:nvSpPr>
        <p:spPr>
          <a:xfrm>
            <a:off x="983510" y="1330872"/>
            <a:ext cx="106680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Data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distributes data across multiple machines.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(Resilient Distributed Dataset) is a fundamental Spark data structure.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divides large datasets into smaller partitions.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can run in parallel on these partitions.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RDDs are fault-tolerant and can recover lost partitions.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RDD Operations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map() – transforms each data item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filter() – selects required data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8819D-BA45-0DC5-B1EB-F675FCE5F7DC}"/>
              </a:ext>
            </a:extLst>
          </p:cNvPr>
          <p:cNvSpPr txBox="1"/>
          <p:nvPr/>
        </p:nvSpPr>
        <p:spPr>
          <a:xfrm>
            <a:off x="6900351" y="5136782"/>
            <a:ext cx="4625068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reduce() – combines results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collect() – retrieves results</a:t>
            </a:r>
          </a:p>
        </p:txBody>
      </p:sp>
    </p:spTree>
    <p:extLst>
      <p:ext uri="{BB962C8B-B14F-4D97-AF65-F5344CB8AC3E}">
        <p14:creationId xmlns:p14="http://schemas.microsoft.com/office/powerpoint/2010/main" val="3598213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8C8E68-0C38-B2BB-7DD5-1F31EAD5CC0B}"/>
              </a:ext>
            </a:extLst>
          </p:cNvPr>
          <p:cNvSpPr txBox="1"/>
          <p:nvPr/>
        </p:nvSpPr>
        <p:spPr>
          <a:xfrm>
            <a:off x="1888098" y="478000"/>
            <a:ext cx="84158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Processing Architecture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52BEEC4-4D73-FBF7-31AA-AB667FDBE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722" y="405521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7CBAAAF5-9516-56B0-AC1A-B27EF5346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48" y="403322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D00874-4D70-59F9-3FE7-645F85CEA5F5}"/>
              </a:ext>
            </a:extLst>
          </p:cNvPr>
          <p:cNvSpPr txBox="1"/>
          <p:nvPr/>
        </p:nvSpPr>
        <p:spPr>
          <a:xfrm>
            <a:off x="1000267" y="1319921"/>
            <a:ext cx="104434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PySpark + AI Workflow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using PySpark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/ DataFrame Processing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Model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/ Decision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PySpark handles large-scale data processing.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perform prediction and classification. </a:t>
            </a:r>
          </a:p>
        </p:txBody>
      </p:sp>
    </p:spTree>
    <p:extLst>
      <p:ext uri="{BB962C8B-B14F-4D97-AF65-F5344CB8AC3E}">
        <p14:creationId xmlns:p14="http://schemas.microsoft.com/office/powerpoint/2010/main" val="1546740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3770-2C5E-D87D-F505-E449A898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08F2B-F782-3625-6209-9AC32CF1C957}"/>
              </a:ext>
            </a:extLst>
          </p:cNvPr>
          <p:cNvSpPr txBox="1"/>
          <p:nvPr/>
        </p:nvSpPr>
        <p:spPr>
          <a:xfrm>
            <a:off x="2405743" y="477822"/>
            <a:ext cx="72934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1A92D47-A03C-A38D-7D19-1503C7EF0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722" y="405521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22677D7-3506-B0D7-2C6E-0E95D6CE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48" y="403322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2FC691-7A17-B4C2-E298-2C5671FDBB79}"/>
              </a:ext>
            </a:extLst>
          </p:cNvPr>
          <p:cNvSpPr txBox="1"/>
          <p:nvPr/>
        </p:nvSpPr>
        <p:spPr>
          <a:xfrm>
            <a:off x="802106" y="1486531"/>
            <a:ext cx="1114926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Fraud Detection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large volumes of banking transaction data.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PySpark processes transactions in parallel.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RDD/DataFrame operations identify important patterns.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predicts whether a transaction is normal or fraudulent.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transactions can be flagged for further investigation.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 → PySpark → Feature Processing → AI Model → Fraud / Normal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processing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huge datasets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growing transaction volumes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or near-real-time analysis</a:t>
            </a:r>
          </a:p>
        </p:txBody>
      </p:sp>
    </p:spTree>
    <p:extLst>
      <p:ext uri="{BB962C8B-B14F-4D97-AF65-F5344CB8AC3E}">
        <p14:creationId xmlns:p14="http://schemas.microsoft.com/office/powerpoint/2010/main" val="273650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C621-4601-E2DD-3117-29568860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73380"/>
            <a:ext cx="9875520" cy="98806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EEFC0-00CD-3FFE-BB68-20D7D6413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48" y="1361440"/>
            <a:ext cx="11456704" cy="4960620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PySpark enables fast and scalable Big Data processing.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RDDs support distributed and fault-tolerant computation.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can use processed data for intelligent predictions.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PySpark and AI is useful for large-scale real-world applications.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can be extended to healthcare, finance, e-commerce, traffic, and cybersecurity.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5B21541-56E2-6B40-7D63-AB587D59D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08" y="387667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5B856A7-5379-C02D-87A6-4A8B443BE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324" y="37338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761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7EC72-36CD-DBA0-EB6A-8BAA457FEC63}"/>
              </a:ext>
            </a:extLst>
          </p:cNvPr>
          <p:cNvSpPr txBox="1"/>
          <p:nvPr/>
        </p:nvSpPr>
        <p:spPr>
          <a:xfrm>
            <a:off x="2786743" y="2623458"/>
            <a:ext cx="6466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24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6DE9A-4663-380C-94C3-60D2AC0B7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340614"/>
            <a:ext cx="8235696" cy="617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2289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99</TotalTime>
  <Words>371</Words>
  <Application>Microsoft Office PowerPoint</Application>
  <PresentationFormat>Widescreen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Corbel</vt:lpstr>
      <vt:lpstr>Times New Roman</vt:lpstr>
      <vt:lpstr>Wingdings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Vempati Murale Karrtik</dc:creator>
  <cp:lastModifiedBy>Vempati Murale Karrtik</cp:lastModifiedBy>
  <cp:revision>4</cp:revision>
  <dcterms:created xsi:type="dcterms:W3CDTF">2026-07-29T15:47:32Z</dcterms:created>
  <dcterms:modified xsi:type="dcterms:W3CDTF">2026-09-03T05:00:45Z</dcterms:modified>
</cp:coreProperties>
</file>